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Open Sauce Semi-Bold" charset="1" panose="00000700000000000000"/>
      <p:regular r:id="rId11"/>
    </p:embeddedFont>
    <p:embeddedFont>
      <p:font typeface="Open Sauce Bold" charset="1" panose="00000800000000000000"/>
      <p:regular r:id="rId12"/>
    </p:embeddedFont>
    <p:embeddedFont>
      <p:font typeface="Open Sauce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3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97605" y="2016022"/>
            <a:ext cx="8271805" cy="6882141"/>
          </a:xfrm>
          <a:custGeom>
            <a:avLst/>
            <a:gdLst/>
            <a:ahLst/>
            <a:cxnLst/>
            <a:rect r="r" b="b" t="t" l="l"/>
            <a:pathLst>
              <a:path h="6882141" w="8271805">
                <a:moveTo>
                  <a:pt x="0" y="0"/>
                </a:moveTo>
                <a:lnTo>
                  <a:pt x="8271804" y="0"/>
                </a:lnTo>
                <a:lnTo>
                  <a:pt x="8271804" y="6882141"/>
                </a:lnTo>
                <a:lnTo>
                  <a:pt x="0" y="6882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9700" y="7781903"/>
            <a:ext cx="1704214" cy="1116260"/>
          </a:xfrm>
          <a:custGeom>
            <a:avLst/>
            <a:gdLst/>
            <a:ahLst/>
            <a:cxnLst/>
            <a:rect r="r" b="b" t="t" l="l"/>
            <a:pathLst>
              <a:path h="1116260" w="1704214">
                <a:moveTo>
                  <a:pt x="0" y="0"/>
                </a:moveTo>
                <a:lnTo>
                  <a:pt x="1704214" y="0"/>
                </a:lnTo>
                <a:lnTo>
                  <a:pt x="1704214" y="1116260"/>
                </a:lnTo>
                <a:lnTo>
                  <a:pt x="0" y="1116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37839" y="7781903"/>
            <a:ext cx="1307940" cy="1720973"/>
          </a:xfrm>
          <a:custGeom>
            <a:avLst/>
            <a:gdLst/>
            <a:ahLst/>
            <a:cxnLst/>
            <a:rect r="r" b="b" t="t" l="l"/>
            <a:pathLst>
              <a:path h="1720973" w="1307940">
                <a:moveTo>
                  <a:pt x="0" y="0"/>
                </a:moveTo>
                <a:lnTo>
                  <a:pt x="1307940" y="0"/>
                </a:lnTo>
                <a:lnTo>
                  <a:pt x="1307940" y="1720973"/>
                </a:lnTo>
                <a:lnTo>
                  <a:pt x="0" y="17209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5553652" y="6816033"/>
          <a:ext cx="3181589" cy="3048000"/>
        </p:xfrm>
        <a:graphic>
          <a:graphicData uri="http://schemas.openxmlformats.org/drawingml/2006/table">
            <a:tbl>
              <a:tblPr/>
              <a:tblGrid>
                <a:gridCol w="1060530"/>
                <a:gridCol w="1060530"/>
                <a:gridCol w="1060530"/>
              </a:tblGrid>
              <a:tr h="762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409700" y="2101747"/>
            <a:ext cx="8287905" cy="113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8000" spc="-472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MEET DOROTHY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9700" y="4157345"/>
            <a:ext cx="6758935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She manages the supplies from Asia</a:t>
            </a:r>
          </a:p>
          <a:p>
            <a:pPr algn="l" marL="0" indent="0" lvl="0">
              <a:lnSpc>
                <a:spcPts val="3919"/>
              </a:lnSpc>
            </a:pPr>
            <a:r>
              <a:rPr lang="en-US" b="true" sz="27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 Nord Electronics AB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7672" y="5390417"/>
            <a:ext cx="6758935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</a:pPr>
            <a:r>
              <a:rPr lang="en-US" b="true" sz="27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She wants to know how </a:t>
            </a:r>
            <a:r>
              <a:rPr lang="en-US" b="true" sz="2799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typhoons</a:t>
            </a:r>
            <a:r>
              <a:rPr lang="en-US" b="true" sz="27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effects their business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9700" y="3220724"/>
            <a:ext cx="33274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A Supply Chain leader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53779"/>
            <a:ext cx="4164774" cy="5062233"/>
          </a:xfrm>
          <a:custGeom>
            <a:avLst/>
            <a:gdLst/>
            <a:ahLst/>
            <a:cxnLst/>
            <a:rect r="r" b="b" t="t" l="l"/>
            <a:pathLst>
              <a:path h="5062233" w="4164774">
                <a:moveTo>
                  <a:pt x="0" y="0"/>
                </a:moveTo>
                <a:lnTo>
                  <a:pt x="4164774" y="0"/>
                </a:lnTo>
                <a:lnTo>
                  <a:pt x="4164774" y="5062233"/>
                </a:lnTo>
                <a:lnTo>
                  <a:pt x="0" y="5062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439824"/>
            <a:ext cx="3678206" cy="3678206"/>
          </a:xfrm>
          <a:custGeom>
            <a:avLst/>
            <a:gdLst/>
            <a:ahLst/>
            <a:cxnLst/>
            <a:rect r="r" b="b" t="t" l="l"/>
            <a:pathLst>
              <a:path h="3678206" w="3678206">
                <a:moveTo>
                  <a:pt x="0" y="0"/>
                </a:moveTo>
                <a:lnTo>
                  <a:pt x="3678206" y="0"/>
                </a:lnTo>
                <a:lnTo>
                  <a:pt x="3678206" y="3678207"/>
                </a:lnTo>
                <a:lnTo>
                  <a:pt x="0" y="3678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51220" y="7851572"/>
            <a:ext cx="703184" cy="854712"/>
          </a:xfrm>
          <a:custGeom>
            <a:avLst/>
            <a:gdLst/>
            <a:ahLst/>
            <a:cxnLst/>
            <a:rect r="r" b="b" t="t" l="l"/>
            <a:pathLst>
              <a:path h="854712" w="703184">
                <a:moveTo>
                  <a:pt x="0" y="0"/>
                </a:moveTo>
                <a:lnTo>
                  <a:pt x="703184" y="0"/>
                </a:lnTo>
                <a:lnTo>
                  <a:pt x="703184" y="854712"/>
                </a:lnTo>
                <a:lnTo>
                  <a:pt x="0" y="854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421770" y="706702"/>
            <a:ext cx="4244588" cy="8988683"/>
            <a:chOff x="0" y="0"/>
            <a:chExt cx="1117916" cy="23673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7916" cy="2367390"/>
            </a:xfrm>
            <a:custGeom>
              <a:avLst/>
              <a:gdLst/>
              <a:ahLst/>
              <a:cxnLst/>
              <a:rect r="r" b="b" t="t" l="l"/>
              <a:pathLst>
                <a:path h="2367390" w="1117916">
                  <a:moveTo>
                    <a:pt x="93021" y="0"/>
                  </a:moveTo>
                  <a:lnTo>
                    <a:pt x="1024895" y="0"/>
                  </a:lnTo>
                  <a:cubicBezTo>
                    <a:pt x="1076269" y="0"/>
                    <a:pt x="1117916" y="41647"/>
                    <a:pt x="1117916" y="93021"/>
                  </a:cubicBezTo>
                  <a:lnTo>
                    <a:pt x="1117916" y="2274368"/>
                  </a:lnTo>
                  <a:cubicBezTo>
                    <a:pt x="1117916" y="2325743"/>
                    <a:pt x="1076269" y="2367390"/>
                    <a:pt x="1024895" y="2367390"/>
                  </a:cubicBezTo>
                  <a:lnTo>
                    <a:pt x="93021" y="2367390"/>
                  </a:lnTo>
                  <a:cubicBezTo>
                    <a:pt x="41647" y="2367390"/>
                    <a:pt x="0" y="2325743"/>
                    <a:pt x="0" y="2274368"/>
                  </a:cubicBezTo>
                  <a:lnTo>
                    <a:pt x="0" y="93021"/>
                  </a:lnTo>
                  <a:cubicBezTo>
                    <a:pt x="0" y="41647"/>
                    <a:pt x="41647" y="0"/>
                    <a:pt x="93021" y="0"/>
                  </a:cubicBezTo>
                  <a:close/>
                </a:path>
              </a:pathLst>
            </a:custGeom>
            <a:solidFill>
              <a:srgbClr val="FBF6F1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117916" cy="2367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984032" y="7236068"/>
            <a:ext cx="2972705" cy="2022232"/>
          </a:xfrm>
          <a:custGeom>
            <a:avLst/>
            <a:gdLst/>
            <a:ahLst/>
            <a:cxnLst/>
            <a:rect r="r" b="b" t="t" l="l"/>
            <a:pathLst>
              <a:path h="2022232" w="2972705">
                <a:moveTo>
                  <a:pt x="0" y="0"/>
                </a:moveTo>
                <a:lnTo>
                  <a:pt x="2972705" y="0"/>
                </a:lnTo>
                <a:lnTo>
                  <a:pt x="2972705" y="2022232"/>
                </a:lnTo>
                <a:lnTo>
                  <a:pt x="0" y="2022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2050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74093" y="1652314"/>
            <a:ext cx="2580335" cy="2865162"/>
          </a:xfrm>
          <a:custGeom>
            <a:avLst/>
            <a:gdLst/>
            <a:ahLst/>
            <a:cxnLst/>
            <a:rect r="r" b="b" t="t" l="l"/>
            <a:pathLst>
              <a:path h="2865162" w="2580335">
                <a:moveTo>
                  <a:pt x="0" y="0"/>
                </a:moveTo>
                <a:lnTo>
                  <a:pt x="2580335" y="0"/>
                </a:lnTo>
                <a:lnTo>
                  <a:pt x="2580335" y="2865163"/>
                </a:lnTo>
                <a:lnTo>
                  <a:pt x="0" y="2865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750" t="-6468" r="-61050" b="-5148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395283" y="6521031"/>
            <a:ext cx="3559145" cy="2850219"/>
          </a:xfrm>
          <a:custGeom>
            <a:avLst/>
            <a:gdLst/>
            <a:ahLst/>
            <a:cxnLst/>
            <a:rect r="r" b="b" t="t" l="l"/>
            <a:pathLst>
              <a:path h="2850219" w="3559145">
                <a:moveTo>
                  <a:pt x="0" y="0"/>
                </a:moveTo>
                <a:lnTo>
                  <a:pt x="3559145" y="0"/>
                </a:lnTo>
                <a:lnTo>
                  <a:pt x="3559145" y="2850219"/>
                </a:lnTo>
                <a:lnTo>
                  <a:pt x="0" y="2850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8730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926334" y="4115165"/>
            <a:ext cx="2972705" cy="2320895"/>
          </a:xfrm>
          <a:custGeom>
            <a:avLst/>
            <a:gdLst/>
            <a:ahLst/>
            <a:cxnLst/>
            <a:rect r="r" b="b" t="t" l="l"/>
            <a:pathLst>
              <a:path h="2320895" w="2972705">
                <a:moveTo>
                  <a:pt x="0" y="0"/>
                </a:moveTo>
                <a:lnTo>
                  <a:pt x="2972705" y="0"/>
                </a:lnTo>
                <a:lnTo>
                  <a:pt x="2972705" y="2320894"/>
                </a:lnTo>
                <a:lnTo>
                  <a:pt x="0" y="23208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8524" t="0" r="-44895" b="-21265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870947" y="1167574"/>
            <a:ext cx="2972705" cy="2147582"/>
          </a:xfrm>
          <a:custGeom>
            <a:avLst/>
            <a:gdLst/>
            <a:ahLst/>
            <a:cxnLst/>
            <a:rect r="r" b="b" t="t" l="l"/>
            <a:pathLst>
              <a:path h="2147582" w="2972705">
                <a:moveTo>
                  <a:pt x="0" y="0"/>
                </a:moveTo>
                <a:lnTo>
                  <a:pt x="2972705" y="0"/>
                </a:lnTo>
                <a:lnTo>
                  <a:pt x="2972705" y="2147582"/>
                </a:lnTo>
                <a:lnTo>
                  <a:pt x="0" y="21475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191" t="-14" r="-8142" b="-13737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45531" y="4117696"/>
            <a:ext cx="1523540" cy="2720606"/>
          </a:xfrm>
          <a:custGeom>
            <a:avLst/>
            <a:gdLst/>
            <a:ahLst/>
            <a:cxnLst/>
            <a:rect r="r" b="b" t="t" l="l"/>
            <a:pathLst>
              <a:path h="2720606" w="1523540">
                <a:moveTo>
                  <a:pt x="0" y="0"/>
                </a:moveTo>
                <a:lnTo>
                  <a:pt x="1523539" y="0"/>
                </a:lnTo>
                <a:lnTo>
                  <a:pt x="1523539" y="2720606"/>
                </a:lnTo>
                <a:lnTo>
                  <a:pt x="0" y="27206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706906" y="8108208"/>
            <a:ext cx="1219428" cy="341440"/>
          </a:xfrm>
          <a:custGeom>
            <a:avLst/>
            <a:gdLst/>
            <a:ahLst/>
            <a:cxnLst/>
            <a:rect r="r" b="b" t="t" l="l"/>
            <a:pathLst>
              <a:path h="341440" w="1219428">
                <a:moveTo>
                  <a:pt x="0" y="0"/>
                </a:moveTo>
                <a:lnTo>
                  <a:pt x="1219428" y="0"/>
                </a:lnTo>
                <a:lnTo>
                  <a:pt x="1219428" y="341440"/>
                </a:lnTo>
                <a:lnTo>
                  <a:pt x="0" y="3414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V="true">
            <a:off x="9283890" y="3732220"/>
            <a:ext cx="3899951" cy="4060586"/>
          </a:xfrm>
          <a:prstGeom prst="line">
            <a:avLst/>
          </a:prstGeom>
          <a:ln cap="flat" w="66675">
            <a:solidFill>
              <a:srgbClr val="FF31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13374093" y="4886257"/>
            <a:ext cx="877397" cy="1265994"/>
            <a:chOff x="0" y="0"/>
            <a:chExt cx="563311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3311" cy="812800"/>
            </a:xfrm>
            <a:custGeom>
              <a:avLst/>
              <a:gdLst/>
              <a:ahLst/>
              <a:cxnLst/>
              <a:rect r="r" b="b" t="t" l="l"/>
              <a:pathLst>
                <a:path h="812800" w="563311">
                  <a:moveTo>
                    <a:pt x="281656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360111" y="0"/>
                  </a:lnTo>
                  <a:lnTo>
                    <a:pt x="360111" y="406400"/>
                  </a:lnTo>
                  <a:lnTo>
                    <a:pt x="563311" y="406400"/>
                  </a:lnTo>
                  <a:lnTo>
                    <a:pt x="281656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203200" y="0"/>
              <a:ext cx="156911" cy="711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78026" y="7379384"/>
            <a:ext cx="1826214" cy="1133512"/>
            <a:chOff x="0" y="0"/>
            <a:chExt cx="736600" cy="457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6600" cy="457200"/>
            </a:xfrm>
            <a:custGeom>
              <a:avLst/>
              <a:gdLst/>
              <a:ahLst/>
              <a:cxnLst/>
              <a:rect r="r" b="b" t="t" l="l"/>
              <a:pathLst>
                <a:path h="457200" w="736600">
                  <a:moveTo>
                    <a:pt x="736600" y="228606"/>
                  </a:moveTo>
                  <a:lnTo>
                    <a:pt x="476634" y="457200"/>
                  </a:lnTo>
                  <a:lnTo>
                    <a:pt x="492392" y="332453"/>
                  </a:lnTo>
                  <a:lnTo>
                    <a:pt x="244208" y="332453"/>
                  </a:lnTo>
                  <a:lnTo>
                    <a:pt x="259966" y="457200"/>
                  </a:lnTo>
                  <a:lnTo>
                    <a:pt x="0" y="228606"/>
                  </a:lnTo>
                  <a:lnTo>
                    <a:pt x="259966" y="0"/>
                  </a:lnTo>
                  <a:lnTo>
                    <a:pt x="244196" y="124785"/>
                  </a:lnTo>
                  <a:lnTo>
                    <a:pt x="492404" y="124785"/>
                  </a:lnTo>
                  <a:lnTo>
                    <a:pt x="476634" y="0"/>
                  </a:lnTo>
                  <a:lnTo>
                    <a:pt x="736600" y="22860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14300" y="127000"/>
              <a:ext cx="508000" cy="203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299115" y="4872244"/>
            <a:ext cx="824394" cy="1280007"/>
            <a:chOff x="0" y="0"/>
            <a:chExt cx="523487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3487" cy="812800"/>
            </a:xfrm>
            <a:custGeom>
              <a:avLst/>
              <a:gdLst/>
              <a:ahLst/>
              <a:cxnLst/>
              <a:rect r="r" b="b" t="t" l="l"/>
              <a:pathLst>
                <a:path h="812800" w="523487">
                  <a:moveTo>
                    <a:pt x="2617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320287" y="812800"/>
                  </a:lnTo>
                  <a:lnTo>
                    <a:pt x="320287" y="406400"/>
                  </a:lnTo>
                  <a:lnTo>
                    <a:pt x="523487" y="406400"/>
                  </a:lnTo>
                  <a:lnTo>
                    <a:pt x="261744" y="0"/>
                  </a:ln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03200" y="101600"/>
              <a:ext cx="117087" cy="711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097118" y="9220485"/>
            <a:ext cx="274653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News Scout Agent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02090" y="9333434"/>
            <a:ext cx="234553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War Room Lead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28215" y="6476352"/>
            <a:ext cx="348067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Inventory Analyst Agent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763088" y="3551245"/>
            <a:ext cx="341459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Contract Analyst Agent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285434" y="5435037"/>
            <a:ext cx="71586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Brief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66898" y="390887"/>
            <a:ext cx="12831607" cy="9505226"/>
          </a:xfrm>
          <a:custGeom>
            <a:avLst/>
            <a:gdLst/>
            <a:ahLst/>
            <a:cxnLst/>
            <a:rect r="r" b="b" t="t" l="l"/>
            <a:pathLst>
              <a:path h="9505226" w="12831607">
                <a:moveTo>
                  <a:pt x="0" y="0"/>
                </a:moveTo>
                <a:lnTo>
                  <a:pt x="12831608" y="0"/>
                </a:lnTo>
                <a:lnTo>
                  <a:pt x="12831608" y="9505226"/>
                </a:lnTo>
                <a:lnTo>
                  <a:pt x="0" y="9505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7" t="-674" r="0" b="-674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2572" y="2596444"/>
            <a:ext cx="6892715" cy="6299059"/>
          </a:xfrm>
          <a:custGeom>
            <a:avLst/>
            <a:gdLst/>
            <a:ahLst/>
            <a:cxnLst/>
            <a:rect r="r" b="b" t="t" l="l"/>
            <a:pathLst>
              <a:path h="6299059" w="6892715">
                <a:moveTo>
                  <a:pt x="0" y="0"/>
                </a:moveTo>
                <a:lnTo>
                  <a:pt x="6892715" y="0"/>
                </a:lnTo>
                <a:lnTo>
                  <a:pt x="6892715" y="6299060"/>
                </a:lnTo>
                <a:lnTo>
                  <a:pt x="0" y="6299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596444"/>
            <a:ext cx="7477055" cy="7111964"/>
          </a:xfrm>
          <a:custGeom>
            <a:avLst/>
            <a:gdLst/>
            <a:ahLst/>
            <a:cxnLst/>
            <a:rect r="r" b="b" t="t" l="l"/>
            <a:pathLst>
              <a:path h="7111964" w="7477055">
                <a:moveTo>
                  <a:pt x="0" y="0"/>
                </a:moveTo>
                <a:lnTo>
                  <a:pt x="7477055" y="0"/>
                </a:lnTo>
                <a:lnTo>
                  <a:pt x="7477055" y="7111965"/>
                </a:lnTo>
                <a:lnTo>
                  <a:pt x="0" y="7111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95375"/>
            <a:ext cx="16230600" cy="907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11"/>
              </a:lnSpc>
              <a:spcBef>
                <a:spcPct val="0"/>
              </a:spcBef>
            </a:pPr>
            <a:r>
              <a:rPr lang="en-US" sz="6399" spc="-377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DATA GOVERNANCE &amp; SECURITY POLICY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68431" y="4234446"/>
            <a:ext cx="27559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Show me the data!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82527" y="5425337"/>
            <a:ext cx="330815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You are a dog, </a:t>
            </a:r>
          </a:p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you are not supposed 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to see the data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4929" y="5496308"/>
            <a:ext cx="10155052" cy="196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0"/>
              </a:lnSpc>
            </a:pPr>
            <a:r>
              <a:rPr lang="en-US" sz="14000" spc="-82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608035" y="-4037318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2" y="0"/>
                </a:lnTo>
                <a:lnTo>
                  <a:pt x="22188662" y="18920877"/>
                </a:lnTo>
                <a:lnTo>
                  <a:pt x="0" y="18920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4929" y="7467170"/>
            <a:ext cx="13616443" cy="225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79"/>
              </a:lnSpc>
              <a:spcBef>
                <a:spcPct val="0"/>
              </a:spcBef>
            </a:pPr>
            <a:r>
              <a:rPr lang="en-US" b="true" sz="15999" spc="-943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VERY MUCH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108546" y="372779"/>
            <a:ext cx="5593820" cy="4661516"/>
          </a:xfrm>
          <a:custGeom>
            <a:avLst/>
            <a:gdLst/>
            <a:ahLst/>
            <a:cxnLst/>
            <a:rect r="r" b="b" t="t" l="l"/>
            <a:pathLst>
              <a:path h="4661516" w="5593820">
                <a:moveTo>
                  <a:pt x="0" y="0"/>
                </a:moveTo>
                <a:lnTo>
                  <a:pt x="5593820" y="0"/>
                </a:lnTo>
                <a:lnTo>
                  <a:pt x="5593820" y="4661516"/>
                </a:lnTo>
                <a:lnTo>
                  <a:pt x="0" y="46615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DAHYuW8zoTg</dc:identifier>
  <dcterms:modified xsi:type="dcterms:W3CDTF">2011-08-01T06:04:30Z</dcterms:modified>
  <cp:revision>1</cp:revision>
  <dc:title>Blue and White Modern Business Proposal Presentation</dc:title>
</cp:coreProperties>
</file>